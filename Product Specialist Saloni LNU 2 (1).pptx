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3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2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3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3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3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2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0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596392"/>
            <a:ext cx="12191999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@2019, Cognizant Technology Solutions</a:t>
            </a:r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6073141" y="-5304513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3D99C0"/>
              </a:gs>
              <a:gs pos="50000">
                <a:srgbClr val="3C9E9A"/>
              </a:gs>
              <a:gs pos="100000">
                <a:srgbClr val="3EA95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-3186" y="6200"/>
            <a:ext cx="12195185" cy="756028"/>
          </a:xfrm>
          <a:prstGeom prst="rect">
            <a:avLst/>
          </a:prstGeom>
        </p:spPr>
        <p:txBody>
          <a:bodyPr anchor="ctr" anchorCtr="0"/>
          <a:lstStyle>
            <a:lvl1pPr marL="173038" indent="0" algn="l">
              <a:lnSpc>
                <a:spcPct val="95000"/>
              </a:lnSpc>
              <a:defRPr sz="2400" b="0">
                <a:solidFill>
                  <a:srgbClr val="002060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 rot="16200000" flipH="1">
            <a:off x="6073139" y="438146"/>
            <a:ext cx="45719" cy="12192006"/>
          </a:xfrm>
          <a:prstGeom prst="rect">
            <a:avLst/>
          </a:prstGeom>
          <a:solidFill>
            <a:srgbClr val="7871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155839" y="6345077"/>
            <a:ext cx="319881" cy="319881"/>
          </a:xfrm>
          <a:prstGeom prst="roundRect">
            <a:avLst/>
          </a:prstGeom>
          <a:solidFill>
            <a:srgbClr val="78716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Rectangle 42"/>
          <p:cNvSpPr txBox="1">
            <a:spLocks noChangeArrowheads="1"/>
          </p:cNvSpPr>
          <p:nvPr userDrawn="1"/>
        </p:nvSpPr>
        <p:spPr>
          <a:xfrm>
            <a:off x="92898" y="6372597"/>
            <a:ext cx="460542" cy="31776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000" b="1" kern="1200">
                <a:solidFill>
                  <a:srgbClr val="6DB23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79334EC3-DEE9-4F00-8E9F-B95713FB0F9C}" type="slidenum">
              <a:rPr lang="en-US" sz="1100" smtClean="0">
                <a:solidFill>
                  <a:prstClr val="white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pPr algn="ctr">
                <a:defRPr/>
              </a:pPr>
              <a:t>‹#›</a:t>
            </a:fld>
            <a:r>
              <a:rPr lang="en-US" sz="1100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920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A2709-6A34-4470-835D-FFB347016C01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8BDA8-BA59-44FC-AAA7-76E31E98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4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2720"/>
            <a:r>
              <a:rPr lang="en-US" dirty="0"/>
              <a:t>Product Specialist – Saloni LNU</a:t>
            </a:r>
            <a:r>
              <a:rPr lang="en-US" dirty="0">
                <a:cs typeface="Segoe UI"/>
              </a:rPr>
              <a:t> </a:t>
            </a:r>
            <a:br>
              <a:rPr lang="en-US" dirty="0"/>
            </a:br>
            <a:r>
              <a:rPr lang="en-US" sz="1400" dirty="0">
                <a:cs typeface="Segoe UI"/>
              </a:rPr>
              <a:t>Location - India</a:t>
            </a:r>
            <a:endParaRPr lang="en-US" dirty="0">
              <a:cs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5664" y="852798"/>
            <a:ext cx="324222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rPr>
              <a:t>Profile Summary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81620" y="1180328"/>
            <a:ext cx="5175902" cy="0"/>
          </a:xfrm>
          <a:prstGeom prst="line">
            <a:avLst/>
          </a:prstGeom>
          <a:noFill/>
          <a:ln w="19050" cap="flat" cmpd="sng" algn="ctr">
            <a:solidFill>
              <a:srgbClr val="4888A4"/>
            </a:solidFill>
            <a:prstDash val="solid"/>
            <a:miter lim="800000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251790" y="1234153"/>
            <a:ext cx="3764824" cy="9062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Overall 2+ years of IT experience specially in Claim Center product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Having 2.2 experience of working with different 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AWS Services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1200" dirty="0"/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 flipV="1">
            <a:off x="251790" y="4305182"/>
            <a:ext cx="5231858" cy="1"/>
          </a:xfrm>
          <a:prstGeom prst="line">
            <a:avLst/>
          </a:prstGeom>
          <a:noFill/>
          <a:ln w="19050" cap="flat" cmpd="sng" algn="ctr">
            <a:solidFill>
              <a:srgbClr val="4888A4"/>
            </a:solidFill>
            <a:prstDash val="solid"/>
            <a:miter lim="800000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225664" y="3955618"/>
            <a:ext cx="3870086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rPr>
              <a:t>Educational Qualification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1790" y="4370057"/>
            <a:ext cx="5463210" cy="9062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  <a:defRPr sz="1200"/>
            </a:lvl1pPr>
          </a:lstStyle>
          <a:p>
            <a:r>
              <a:rPr lang="en-US" dirty="0"/>
              <a:t>Bachelor of Technology(CSE) 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University College of Engineering and Technology, VBU, Hazaribagh Jharkhand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WordVisiCarriageReturn_MSFontService"/>
              </a:rPr>
              <a:t>  </a:t>
            </a:r>
            <a:r>
              <a:rPr lang="en-US" dirty="0"/>
              <a:t>– 7.6 CGPA</a:t>
            </a:r>
          </a:p>
          <a:p>
            <a:r>
              <a:rPr lang="en-US" dirty="0"/>
              <a:t>12</a:t>
            </a:r>
            <a:r>
              <a:rPr lang="en-US" baseline="30000" dirty="0"/>
              <a:t>th</a:t>
            </a:r>
            <a:r>
              <a:rPr lang="en-US" dirty="0"/>
              <a:t> Standard – D</a:t>
            </a:r>
            <a:r>
              <a:rPr lang="en-US" b="0" i="0" dirty="0">
                <a:solidFill>
                  <a:srgbClr val="000000"/>
                </a:solidFill>
                <a:effectLst/>
                <a:latin typeface="WordVisi_MSFontService"/>
              </a:rPr>
              <a:t>ev Sangha National School,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WordVisi_MSFontService"/>
              </a:rPr>
              <a:t>Deoghar</a:t>
            </a:r>
            <a:r>
              <a:rPr lang="en-US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en-US" dirty="0"/>
              <a:t>– 76%</a:t>
            </a:r>
          </a:p>
          <a:p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Standard –</a:t>
            </a:r>
            <a:r>
              <a:rPr lang="en-US" b="0" i="0" dirty="0">
                <a:solidFill>
                  <a:srgbClr val="000000"/>
                </a:solidFill>
                <a:effectLst/>
                <a:latin typeface="WordVisi_MSFontService"/>
              </a:rPr>
              <a:t>D.A.V Public School,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WordVisi_MSFontService"/>
              </a:rPr>
              <a:t>Deoghar</a:t>
            </a:r>
            <a:r>
              <a:rPr lang="en-US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en-US" dirty="0"/>
              <a:t>– 7.8 CGPA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5161" y="870835"/>
            <a:ext cx="324222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rPr>
              <a:t>Recent Project Experience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6075256" y="1183701"/>
            <a:ext cx="5530557" cy="0"/>
          </a:xfrm>
          <a:prstGeom prst="line">
            <a:avLst/>
          </a:prstGeom>
          <a:noFill/>
          <a:ln w="19050" cap="flat" cmpd="sng" algn="ctr">
            <a:solidFill>
              <a:srgbClr val="4888A4"/>
            </a:solidFill>
            <a:prstDash val="solid"/>
            <a:miter lim="800000"/>
          </a:ln>
          <a:effectLst/>
        </p:spPr>
      </p:cxnSp>
      <p:sp>
        <p:nvSpPr>
          <p:cNvPr id="40" name="Rectangle 39"/>
          <p:cNvSpPr/>
          <p:nvPr/>
        </p:nvSpPr>
        <p:spPr>
          <a:xfrm>
            <a:off x="6049129" y="1231427"/>
            <a:ext cx="5825010" cy="302993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Maintaining enterprise application and supporting production issues.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endParaRPr lang="en-US" sz="1200" b="1" dirty="0">
              <a:solidFill>
                <a:srgbClr val="000000"/>
              </a:solidFill>
              <a:latin typeface="WordVisiCarriageReturn_MSFontService"/>
            </a:endParaRP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Handled multiple user incidents on various production issues.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Created defects for production issues.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endParaRPr lang="en-US" sz="1200" b="1" dirty="0">
              <a:solidFill>
                <a:srgbClr val="000000"/>
              </a:solidFill>
              <a:latin typeface="WordVisiCarriageReturn_MSFontService"/>
            </a:endParaRP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 part of the current organization, I expanded my knowledge in the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Claimcenter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Being a L2 supporter, involved in closing the incidents, doing the workaround to resolve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b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issues.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Developing the scripts and do the data change based upon the issues occur.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Analyzing the code issue and creating the defect</a:t>
            </a:r>
            <a:r>
              <a:rPr lang="en-US" sz="1200" dirty="0"/>
              <a:t> 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Configure and enhance the Guidewire product as per the requirements provided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Developed SQL script to pull impacted policies on  various production defects/incidents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Developed various </a:t>
            </a:r>
            <a:r>
              <a:rPr lang="en-US" sz="1200" dirty="0" err="1"/>
              <a:t>Gosu</a:t>
            </a:r>
            <a:r>
              <a:rPr lang="en-US" sz="1200" dirty="0"/>
              <a:t> Scripts to patch production incidents in a quicker time span without any impacts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IT Tools used /Skills : Guidewire Product, XML, SQL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20DCFD-7F2C-4260-8D28-782E5EF55FA2}"/>
              </a:ext>
            </a:extLst>
          </p:cNvPr>
          <p:cNvSpPr txBox="1"/>
          <p:nvPr/>
        </p:nvSpPr>
        <p:spPr>
          <a:xfrm>
            <a:off x="6094406" y="4052564"/>
            <a:ext cx="324222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rPr>
              <a:t>Technical Expertise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F6FD7A-C3FD-4295-BF61-94BBB0F5E888}"/>
              </a:ext>
            </a:extLst>
          </p:cNvPr>
          <p:cNvCxnSpPr/>
          <p:nvPr/>
        </p:nvCxnSpPr>
        <p:spPr>
          <a:xfrm>
            <a:off x="6094406" y="4312603"/>
            <a:ext cx="5530557" cy="0"/>
          </a:xfrm>
          <a:prstGeom prst="line">
            <a:avLst/>
          </a:prstGeom>
          <a:noFill/>
          <a:ln w="19050" cap="flat" cmpd="sng" algn="ctr">
            <a:solidFill>
              <a:srgbClr val="4888A4"/>
            </a:solidFill>
            <a:prstDash val="solid"/>
            <a:miter lim="800000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0505F0-F504-414F-85D8-CE441EA3D878}"/>
              </a:ext>
            </a:extLst>
          </p:cNvPr>
          <p:cNvSpPr/>
          <p:nvPr/>
        </p:nvSpPr>
        <p:spPr>
          <a:xfrm>
            <a:off x="6064282" y="4388501"/>
            <a:ext cx="5845804" cy="113107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Guidewire Claim Center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Languages – GOSU, JAVA,CORE JAVA, SQL 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Other </a:t>
            </a:r>
            <a:r>
              <a:rPr lang="en-US" sz="1200"/>
              <a:t>Utilities - </a:t>
            </a:r>
            <a:r>
              <a:rPr lang="en-US" sz="1200" dirty="0"/>
              <a:t>SOAPUI, Service Now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Operating systems – Windows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Databases – SQL Server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601" y="2060848"/>
            <a:ext cx="5664248" cy="111864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tabLst>
                <a:tab pos="771525" algn="l"/>
              </a:tabLst>
            </a:pPr>
            <a:endParaRPr lang="en-US" sz="1200" dirty="0"/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Good Knowledge on Guidewire –Claim Center</a:t>
            </a:r>
          </a:p>
          <a:p>
            <a:pPr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tabLst>
                <a:tab pos="771525" algn="l"/>
              </a:tabLst>
            </a:pPr>
            <a:r>
              <a:rPr lang="en-US" sz="1200" dirty="0"/>
              <a:t>   Product, Scrum/Agile Principles and Methodologies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Knowledge in writing SQL queries</a:t>
            </a:r>
          </a:p>
          <a:p>
            <a:pPr marL="117475" indent="-117475" defTabSz="4572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156393"/>
              </a:buClr>
              <a:buFont typeface="Arial" panose="020B0604020202020204" pitchFamily="34" charset="0"/>
              <a:buChar char="•"/>
              <a:tabLst>
                <a:tab pos="771525" algn="l"/>
              </a:tabLst>
            </a:pPr>
            <a:r>
              <a:rPr lang="en-US" sz="1200" dirty="0"/>
              <a:t>Knowledge in Guidewire Development, Maintenance and Support </a:t>
            </a:r>
          </a:p>
        </p:txBody>
      </p:sp>
    </p:spTree>
    <p:extLst>
      <p:ext uri="{BB962C8B-B14F-4D97-AF65-F5344CB8AC3E}">
        <p14:creationId xmlns:p14="http://schemas.microsoft.com/office/powerpoint/2010/main" val="81880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3E1FD829889F4082AF1EB6DF7969F3" ma:contentTypeVersion="7" ma:contentTypeDescription="Create a new document." ma:contentTypeScope="" ma:versionID="de199280eca967e6717e42b437188316">
  <xsd:schema xmlns:xsd="http://www.w3.org/2001/XMLSchema" xmlns:xs="http://www.w3.org/2001/XMLSchema" xmlns:p="http://schemas.microsoft.com/office/2006/metadata/properties" xmlns:ns3="40c16b73-90fa-4d5e-b548-2df667dac74f" targetNamespace="http://schemas.microsoft.com/office/2006/metadata/properties" ma:root="true" ma:fieldsID="19e103fdea9602fb70360c6dcd3cc718" ns3:_="">
    <xsd:import namespace="40c16b73-90fa-4d5e-b548-2df667dac7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c16b73-90fa-4d5e-b548-2df667dac7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0BF58C-A20A-4ADB-BA13-FF1C4D9A7762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40c16b73-90fa-4d5e-b548-2df667dac74f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305E7AF-F221-44EA-8DBF-EBC718FE95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c16b73-90fa-4d5e-b548-2df667dac7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07B615-ED59-4698-8B64-802DDCB257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278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Product Specialist – Saloni LNU  Location - India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Guidewire Senior Developer – Aditya Sai Prasad K  Location - India</dc:title>
  <dc:creator>Dhakshinamoorthy, Elayaraja(Cognizant)</dc:creator>
  <cp:lastModifiedBy>Arora, Shreya (Cognizant)</cp:lastModifiedBy>
  <cp:revision>11</cp:revision>
  <dcterms:created xsi:type="dcterms:W3CDTF">2021-03-18T09:19:37Z</dcterms:created>
  <dcterms:modified xsi:type="dcterms:W3CDTF">2024-03-19T13:46:39Z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0x0101008A3E1FD829889F4082AF1EB6DF7969F3</vt:lpwstr>
  </property>
</Properties>
</file>